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4313000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4313000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74" y="304800"/>
            <a:ext cx="84520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